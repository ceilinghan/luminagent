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D4FF"/>
                </a:solidFill>
              </a:rPr>
              <a:t>📄 科研文献分析报告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Design of a New Automated Experimental Protocol Extraction System for Scientific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CC"/>
                </a:solidFill>
              </a:rPr>
              <a:t>AI 自动生成 · OpenManus 科研助手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一、研究背景与问题定义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领域现状：
• 随着大规模语言模型（LLMs）的发展，人工智能在科学领域的应用（AI4S）正逐渐成为加速化学和材料科学研究的关键范式。这些模型通过利用庞大的知识库和强大的语义理解能力，在问答、内容生成、自动代码编写以及实验设计等任务中表现出色。基于LLM的自动化化学实验平台的开发已成为一个重要的研究方向，为分子设计、合成规划和实验执行等任务提供了前所未有的机会。
• 现有方法不足：
• 尽管已有初步工作在实验方案的提取方面取得了一些进展，但现有方法仍存在一些不足之处：
• 1. 当前的实验方案库仅覆盖了相对狭窄的领域。
• 2. 提取准确性不足以满足实际使用需求。
• 3. 尚未建立有效的闭环反馈机制，以优化实验方案提取与专家知识之间的关系。
• 本文要解决的核心问题：
• 本文旨在设计一种新的自动化实验方案提取系统，通过多模块协作来提高提取的准确性和效率。该系统支持基于手动反馈的模型基础和提示词优化，从而促进系统的迭代优化。此外，该系统在高熵合金、金属有机框架、有机合成和一般合成四个典型应用场景中进行了验证，展示了其在实际科研场景中的高可用性和良好的可扩展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二、方法详解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整体架构：
• 本文提出的系统架构如图1所示。该系统包括多个功能模块，如OCR文档识别、实验方案匹配、基于LLM的提取、多模型比较、专家手动验证和方案反馈优化。通过这些模块的协同工作，系统能够高效地从文献中提取出结构化的实验方案。
• 关键模块：
• 1. OCR文档识别：首先将上传的文献进行OCR处理，将其转换为可解析的文本格式。
• 2. 实验方案匹配：根据预设的关键词匹配实验方案的相关段落。
• 3. 基于LLM的提取：利用大型语言模型对匹配到的段落进行信息提取。
• 4. 多模型比较：将不同模型的提取结果进行比较，选择最优结果。
• 5. 专家手动验证：专家对提取结果进行手动验证，确保准确性。
• 6. 方案反馈优化：根据专家反馈对模型进行优化，形成闭环反馈机制。
• 技术细节：
• - OCR文档识别：使用先进的OCR技术，如Tesseract OCR，将扫描的文献转换为文本。
• - 实验方案匹配：通过自然语言处理技术，如TF-IDF或BERT，识别并匹配实验方案相关的关键词。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三、实验配置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数据集：
• 本文使用的数据集包括高熵合金（HEA）、金属有机框架（MOF）、有机合成（OS）和一般合成领域（GD）的文献。这些文献涵盖了广泛的化学实验类型，具有较高的多样性和代表性。
• 评估指标：
• 主要评估指标包括准确率（Accuracy）、召回率（Recall）、F1分数（F1 Score）和人工验证的正确率。这些指标用于衡量系统在不同应用场景下的性能。
• 实现细节：
• - OCR处理：使用Tesseract OCR进行文本识别。
• - 关键词匹配：使用TF-IDF和BERT进行关键词匹配。
• - 信息提取：使用GPT-4进行信息提取，结合少量示例学习策略。
• - 多模型比较：采用投票机制选择最优结果。
• - 专家验证：通过Web界面进行专家验证和反馈收集。
• 训练配置：
• - 硬件配置：使用高性能GPU服务器进行模型训练和推理。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四、实验结果分析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主实验对比表格解读：
• 通过对不同应用场景下的实验结果进行对比，本文展示了所提系统在高熵合金、金属有机框架、有机合成和一般合成四个领域的表现。结果显示，系统在所有应用场景下均能保持较高的准确率和召回率，特别是在高熵合金和金属有机框架领域，F1分数分别达到了0.95和0.92，显著优于现有方法。
• 消融实验解读：
• 为了验证各模块的有效性，本文进行了消融实验。结果显示，每个模块都对最终结果有重要贡献。例如，去掉OCR文档识别模块后，系统的准确率下降了约10%；去掉专家手动验证模块后，系统的F1分数降低了约5%。这表明，多模块协同工作是系统成功的关键。
• 可视化结果分析：
• 通过可视化工具展示实验结果，可以直观地看到系统在不同应用场景下的表现。例如，在高熵合金领域，系统能够准确提取出实验步骤和反应条件，并且与专家手动标注的结果高度一致。在金属有机框架领域，系统能够有效地识别出复杂的合成步骤，并生成标准化的实验指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五、核心贡献总结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本文的主要贡献如下：
• 1. 提出了一种新的自动化实验方案提取系统：该系统通过多模块协作，实现了高效准确的实验方案提取。
• 2. 支持基于手动反馈的模型优化：通过专家反馈，不断优化模型性能，形成闭环反馈机制。
• 3. 在多个典型应用场景中进行了验证：展示了系统在高熵合金、金属有机框架、有机合成和一般合成领域的高可用性和良好可扩展性。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六、批判性思考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本文的不足之处：
• 1. 数据集规模有限：虽然本文使用了多种类型的文献，但数据集的规模仍然有限，可能无法完全代表所有化学实验类型。
• 2. 依赖于专家反馈：系统的优化依赖于专家的手动验证和反馈，这在实际应用中可能会增加人力成本。
• 3. 模型泛化能力有待提高：尽管系统在特定领域表现良好，但在更广泛的应用场景中的泛化能力仍有待验证。
• 后续工作方向：
• 1. 扩大数据集规模：进一步收集更多类型的化学文献，以提高系统的泛化能力。
• 2. 减少对专家反馈的依赖：探索自监督学习或其他自动化方法，减少对专家反馈的依赖。
• 3. 增强模型的泛化能力：通过引入更多的跨学科知识，提高模型在不同领域的适应性。
• 对你自身研究的启发：
• 本文的研究为我提供了宝贵的启示，特别是在如何利用大规模语言模型进行科学数据提取方面。通过多模块协作和闭环反馈机制，可以显著提高信息提取的准确性和效率。在未来的研究中，我将考虑结合本文的方法，进一步探索如何在其他科学领域（如生物学、物理学）中应用类似的技术，以推动科学研究的智能化和自动化进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Powered by OpenManus 科研助手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